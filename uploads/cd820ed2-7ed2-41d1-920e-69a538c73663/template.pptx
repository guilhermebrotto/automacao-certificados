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4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5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41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762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39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70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09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91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72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06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22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6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53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74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CD9FD21A-7E0B-DBAB-7CA4-94147DA63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403055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EAC4CE8-D82F-D86E-7655-5CB95A0F40AB}"/>
              </a:ext>
            </a:extLst>
          </p:cNvPr>
          <p:cNvSpPr txBox="1"/>
          <p:nvPr/>
        </p:nvSpPr>
        <p:spPr>
          <a:xfrm>
            <a:off x="2314074" y="1184280"/>
            <a:ext cx="5277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>
                <a:solidFill>
                  <a:srgbClr val="145893"/>
                </a:solidFill>
              </a:rPr>
              <a:t>CERTIFICADO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7180DF26-EBA4-7F7E-31F1-93E1F64D57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968" y="529862"/>
            <a:ext cx="1100138" cy="869633"/>
          </a:xfrm>
          <a:prstGeom prst="rect">
            <a:avLst/>
          </a:prstGeom>
        </p:spPr>
      </p:pic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AA52FB8A-7C54-DC55-1449-AE2B02985AC2}"/>
              </a:ext>
            </a:extLst>
          </p:cNvPr>
          <p:cNvCxnSpPr>
            <a:cxnSpLocks/>
          </p:cNvCxnSpPr>
          <p:nvPr/>
        </p:nvCxnSpPr>
        <p:spPr>
          <a:xfrm>
            <a:off x="3801393" y="4649440"/>
            <a:ext cx="216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49603CD-DAD3-A136-DFBE-8605ED80E16F}"/>
              </a:ext>
            </a:extLst>
          </p:cNvPr>
          <p:cNvSpPr txBox="1"/>
          <p:nvPr/>
        </p:nvSpPr>
        <p:spPr>
          <a:xfrm>
            <a:off x="3662758" y="4724209"/>
            <a:ext cx="243727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>
                <a:solidFill>
                  <a:srgbClr val="0D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[MINISTRANTE]</a:t>
            </a:r>
          </a:p>
          <a:p>
            <a:pPr algn="ctr"/>
            <a:r>
              <a:rPr lang="pt-BR" sz="1200" dirty="0">
                <a:solidFill>
                  <a:srgbClr val="0D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Gerente de Suporte Especializado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6821F7F-F0E7-CF08-B239-6B3061872153}"/>
              </a:ext>
            </a:extLst>
          </p:cNvPr>
          <p:cNvSpPr txBox="1"/>
          <p:nvPr/>
        </p:nvSpPr>
        <p:spPr>
          <a:xfrm>
            <a:off x="891702" y="2614100"/>
            <a:ext cx="8122596" cy="79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Certificamos que </a:t>
            </a:r>
            <a:r>
              <a:rPr lang="pt-BR" sz="1600" b="1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[NOME] 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participou do </a:t>
            </a:r>
            <a:r>
              <a:rPr lang="pt-BR" sz="1600" b="1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[EVENTO]</a:t>
            </a:r>
            <a:r>
              <a:rPr lang="pt-BR" sz="1600" b="1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pt-BR" sz="1600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realizado pela Mindworks em 07 e 08 de abril de 2026, com carga horária de 03 (Três) horas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ministrado por </a:t>
            </a:r>
            <a:r>
              <a:rPr lang="pt-BR" sz="1600" b="1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[MINISTRANTE]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1600" dirty="0">
              <a:solidFill>
                <a:srgbClr val="00599E"/>
              </a:solidFill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0D52400-58A8-CF73-6A14-9BF981AEDD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2350" y="5807254"/>
            <a:ext cx="2781300" cy="3905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A3526A0-EC71-1A66-E25A-D06DE30A01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932" y="3978221"/>
            <a:ext cx="1080922" cy="76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41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683bdb-b07b-4cc1-bb82-ad4fae711c06" xsi:nil="true"/>
    <lcf76f155ced4ddcb4097134ff3c332f xmlns="123eb23d-3ad1-49db-90bd-82072a43b63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1766D1EC7BFE944BC766B046067A1F0" ma:contentTypeVersion="15" ma:contentTypeDescription="Crie um novo documento." ma:contentTypeScope="" ma:versionID="006c77f02ae7009e19aac67a6ca6939e">
  <xsd:schema xmlns:xsd="http://www.w3.org/2001/XMLSchema" xmlns:xs="http://www.w3.org/2001/XMLSchema" xmlns:p="http://schemas.microsoft.com/office/2006/metadata/properties" xmlns:ns2="123eb23d-3ad1-49db-90bd-82072a43b63e" xmlns:ns3="a6683bdb-b07b-4cc1-bb82-ad4fae711c06" targetNamespace="http://schemas.microsoft.com/office/2006/metadata/properties" ma:root="true" ma:fieldsID="760ac65c7a716a0ac4df4ea5fca3b62b" ns2:_="" ns3:_="">
    <xsd:import namespace="123eb23d-3ad1-49db-90bd-82072a43b63e"/>
    <xsd:import namespace="a6683bdb-b07b-4cc1-bb82-ad4fae711c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eb23d-3ad1-49db-90bd-82072a43b6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c5d2bc7f-5a49-4734-828b-c21b8573cc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83bdb-b07b-4cc1-bb82-ad4fae711c0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f24c23d-5073-49b6-83a6-6a9aa8b513e6}" ma:internalName="TaxCatchAll" ma:showField="CatchAllData" ma:web="a6683bdb-b07b-4cc1-bb82-ad4fae711c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2F6BBE-1607-40D4-BC21-104F6AA413FE}">
  <ds:schemaRefs>
    <ds:schemaRef ds:uri="http://purl.org/dc/terms/"/>
    <ds:schemaRef ds:uri="http://purl.org/dc/elements/1.1/"/>
    <ds:schemaRef ds:uri="http://schemas.microsoft.com/office/2006/documentManagement/types"/>
    <ds:schemaRef ds:uri="a6683bdb-b07b-4cc1-bb82-ad4fae711c06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123eb23d-3ad1-49db-90bd-82072a43b63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E2CF0EE-7FFF-4341-9DF2-1BF8B9A360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FECA32-5C95-4772-AFA2-E84DE22E37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eb23d-3ad1-49db-90bd-82072a43b63e"/>
    <ds:schemaRef ds:uri="a6683bdb-b07b-4cc1-bb82-ad4fae711c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</TotalTime>
  <Words>45</Words>
  <Application>Microsoft Office PowerPoint</Application>
  <PresentationFormat>Papel A4 (210 x 297 mm)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Rossi Vacari</dc:creator>
  <cp:lastModifiedBy>Guilherme Gomes</cp:lastModifiedBy>
  <cp:revision>15</cp:revision>
  <dcterms:created xsi:type="dcterms:W3CDTF">2025-10-28T19:51:09Z</dcterms:created>
  <dcterms:modified xsi:type="dcterms:W3CDTF">2026-04-29T17:46:34Z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0x010100C1766D1EC7BFE944BC766B046067A1F0</vt:lpwstr>
  </property>
  <property fmtid="{D5CDD505-2E9C-101B-9397-08002B2CF9AE}" pid="3" name="MediaServiceImageTags">
    <vt:lpwstr/>
  </property>
</Properties>
</file>